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week we built our model and found a fairness problem. This week was about going deeper — understanding WHY the model decides what it decides, and then testing it. Goals: analyze the model, use explainable AI, write automated tests, and hit at least 80%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this week is explainability. SHAP shows globally what the model cares about — top drivers are all financial: checking-account status, duration, savings, credit amount. That's exactly what a loan officer looks at. But Age and Sex do have a small influence, which is why we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way is local — why did the model decide one specific case? This chart explains a single applicant: which features pushed risk up, which pushed it down. That matters legally — GDPR gives a right to explanation. We wrapped this into a small app that gives a score, recommendation and explanation live, plus a fairness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week we found the model fails the fairness test for age — young applicants wrongly denied 59% of the time. This week we fixed it. Group-specific thresholds brought the age fairness ratio from 0.50 to 0.82 — now passing — and roughly halved those wrongful denials to 29%. We'd already done the same for sex, 0.80 to 0.96, essentially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honest part. When we applied that same fix to foreign-worker status, it backfired. Fairness improved on paper, but overall recall collapsed from 76% to 47% — because foreign workers are 96% of applicants, so tightening the rule makes the model miss half of all bad loans. The lesson: fairness mitigation is not always free. When the disadvantaged group is a tiny minority, a naive fix trades away the model's whole purpose, so we treat it as a policy decision. Knowing when NOT to auto-fix is the real responsible-AI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Testing: 43 automated tests at about 99% coverage, set to fail below 80. The point isn't the number — the tests catch real weaknesses, like an invariant that shrinking a loan can never lower approval odds. And we went further: because this is a high-risk system, we attacked our own model and found over 40% of rejected applicants could game their way to approval by halving their loan.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don't just claim privacy and security — we measured them. Privacy: a membership-inference attack shows only a mild leak, AUC 0.53. Security: three attack studies plus 43 tests and pinned versions. Accountability: a human always decides, every decision is logged with its explanation, and it's all documented. And we're honest about what a student prototype can't do — live logging, monitoring, encryption — which we name as future work rather than hide.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up: this week we didn't just build a model — we understood it with SHAP, tested it thoroughly, and even attacked it to find weaknesses. That's the difference between a model and a responsible, deployable system. Next week is documentation, the management pitch, and extending the fairness fix. Thank you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RESPONSIBLE AI CREDIT SCORING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&amp; Testing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black box with explainable AI, then testing — and attacking —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2260397" cy="502920"/>
          </a:xfrm>
          <a:prstGeom prst="roundRect">
            <a:avLst>
              <a:gd name="adj" fmla="val 49091"/>
            </a:avLst>
          </a:prstGeom>
          <a:solidFill>
            <a:srgbClr val="141A45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63440"/>
            <a:ext cx="22603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56509" y="4663440"/>
            <a:ext cx="2655418" cy="502920"/>
          </a:xfrm>
          <a:prstGeom prst="roundRect">
            <a:avLst>
              <a:gd name="adj" fmla="val 49091"/>
            </a:avLst>
          </a:prstGeom>
          <a:solidFill>
            <a:srgbClr val="141A45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6509" y="4663440"/>
            <a:ext cx="2655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tests · 99% coverage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67958" y="4663440"/>
            <a:ext cx="2457907" cy="502920"/>
          </a:xfrm>
          <a:prstGeom prst="roundRect">
            <a:avLst>
              <a:gd name="adj" fmla="val 49091"/>
            </a:avLst>
          </a:prstGeom>
          <a:solidFill>
            <a:srgbClr val="141A45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7958" y="4663440"/>
            <a:ext cx="24579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adversarial attacks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· GLOBAL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decision?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252E"/>
                </a:solidFill>
              </a:rPr>
              <a:t>SHAP shows what the model weighs overall — and it's reassuring: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52E"/>
                </a:solidFill>
              </a:rPr>
              <a:t>Checking-account status dominates, then loan duration, savings and credit amount.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52E"/>
                </a:solidFill>
              </a:rPr>
              <a:t>These are exactly the financial signals a human loan officer looks at.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52E"/>
                </a:solidFill>
              </a:rPr>
              <a:t>But Age and Sex carry a small, non-zero influence — the model is not perfectly neutral.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48920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sensitive attributes leak in even when they aren't the main driver, dropping them wouldn't fix bias — so we audit instead of assume.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57607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pic>
        <p:nvPicPr>
          <p:cNvPr id="9" name="Image 0" descr="results/shap_importance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783080"/>
            <a:ext cx="5394960" cy="3712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— mean |SHAP| toward P(bad credit).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· LOCAL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applicant?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pic>
        <p:nvPicPr>
          <p:cNvPr id="5" name="Image 0" descr="results/shap_local_den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37360"/>
            <a:ext cx="51206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Per-applicant SHAP — red pushes risk up, blue pushes it down.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0" y="178308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252E"/>
                </a:solidFill>
              </a:rPr>
              <a:t>SHAP also explains one specific decision: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52E"/>
                </a:solidFill>
              </a:rPr>
              <a:t>Not just 'denied' — but 'denied because of low account balances and a long loan term.'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52E"/>
                </a:solidFill>
              </a:rPr>
              <a:t>Under GDPR Art. 22, a person has the right to an explanation of an automated decision. This is that explanation, made concrete.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3640" y="4572000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decision-support app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51206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 applicant → get a risk score, a recommendation, and this SHAP explanation live — plus a fairness warning if they're in a flagged group.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· MITIGATION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bias — and fixed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Group-specific decision thresholds repair the disparities we found, at little accuracy cost.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937760" cy="2148840"/>
          </a:xfrm>
          <a:prstGeom prst="roundRect">
            <a:avLst>
              <a:gd name="adj" fmla="val 4255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87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A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  →  0.96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— now fair, at no accuracy cost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937760" cy="2148840"/>
          </a:xfrm>
          <a:prstGeom prst="roundRect">
            <a:avLst>
              <a:gd name="adj" fmla="val 4255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487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A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  →  0.82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passes the 80% rule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105156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937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  →  29%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297680" y="480060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Wrongful-denial rate for applicants under 26 — roughly halved. That is the harm the audit set out to reduce.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· THE HARD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...and where the fix breaks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SAME fix to foreign-worker status backfires — an honest, important result.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4297680" cy="2148840"/>
          </a:xfrm>
          <a:prstGeom prst="roundRect">
            <a:avLst>
              <a:gd name="adj" fmla="val 4255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514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 → 0.93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3611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improves...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297680" cy="2148840"/>
          </a:xfrm>
          <a:prstGeom prst="roundRect">
            <a:avLst>
              <a:gd name="adj" fmla="val 4255"/>
            </a:avLst>
          </a:prstGeom>
          <a:solidFill>
            <a:srgbClr val="FBECEC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514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 → 0.47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675120" y="3611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recall collapses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4041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workers are ~96% of applicants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4800600"/>
            <a:ext cx="978408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493776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mitigation is not always free.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539496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disadvantaged group is a tiny minority, a naive fix trades away the model's purpose — so this is a policy decision, not an automatic switch.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ROBUSTNESS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— and attacked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93776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202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A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514600" y="17830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493776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3375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514600" y="320040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(enforced ≥80%)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22252E"/>
                </a:solidFill>
              </a:rPr>
              <a:t>The tests catch real weaknesses, not just 'does it run':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</a:rPr>
              <a:t>e.g. an invariant test: shrinking a loan can never LOWER approval odds.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06440" y="1737360"/>
            <a:ext cx="59436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pic>
        <p:nvPicPr>
          <p:cNvPr id="12" name="Image 0" descr="results/adversarial_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48840"/>
            <a:ext cx="5669280" cy="20025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4224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attacked our own model: poisoning, evasion &amp; privacy.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484632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49834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7772400" y="484632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rejected applicants could game their way to 'approved' just by halving the requested loan — a real risk a bank must know.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SAFEGUARDS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Privacy, Security &amp; Accountability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487168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Membership-inference tested → mild leak (attack AUC 0.53)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Data minimisation: only credit-relevant features used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Per-decision explanation (SHAP) — GDPR Art. 22 &amp; 25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52044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1144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81144" y="2487168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3 attacks quantified: evasion, poisoning, privacy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43 tests guard correctness against regressions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Pinned library versions — EU AI Act Art. 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52044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7616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A5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7616" y="2487168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Human-in-the-loop — never autonomous (Art. 14)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Each decision logged with inputs + explanation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52E"/>
                </a:solidFill>
              </a:rPr>
              <a:t>Model card + regulatory analysis documented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193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(named, not hidden):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5046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event logging · post-market monitoring · encryption &amp; access control — this is a student prototype, not a deployed bank system. Naming the gaps is itself what the AI Act's continuous risk management expects.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MODEL TO A RESPONSIBLE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week, in three moves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A45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0320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Understood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what the model weighs — and every single decision.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A45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560320"/>
            <a:ext cx="292608" cy="292608"/>
          </a:xfrm>
          <a:prstGeom prst="ellipse">
            <a:avLst/>
          </a:prstGeom>
          <a:solidFill>
            <a:srgbClr val="1BA37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tests at 99% coverage catch real weaknesses automatically.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2860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A45"/>
          </a:solidFill>
          <a:ln/>
          <a:effectLst>
            <a:outerShdw sx="100000" sy="100000" kx="0" ky="0" algn="bl" rotWithShape="0" blurRad="101600" dist="38100" dir="5400000">
              <a:srgbClr val="8090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256032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503920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adversarial studies quantify how it can be gamed or leaked.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(Week 4):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 · top-management pitch · a policy-level fix for foreign-worker fairness (sex &amp; age now mitigated).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difference between a model and a responsible, deployable system.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2026-07-20T19:00:03Z</dcterms:created>
  <dcterms:modified xsi:type="dcterms:W3CDTF">2026-07-20T19:00:03Z</dcterms:modified>
</cp:coreProperties>
</file>